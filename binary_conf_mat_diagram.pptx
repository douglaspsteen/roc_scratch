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838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3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4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D17156-37AF-44E8-998D-0E2EC928FF76}"/>
              </a:ext>
            </a:extLst>
          </p:cNvPr>
          <p:cNvSpPr/>
          <p:nvPr/>
        </p:nvSpPr>
        <p:spPr>
          <a:xfrm>
            <a:off x="1840523" y="1840523"/>
            <a:ext cx="5486400" cy="547467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AE65B-EE3D-48CB-8BDE-B0F0E962CB94}"/>
              </a:ext>
            </a:extLst>
          </p:cNvPr>
          <p:cNvSpPr/>
          <p:nvPr/>
        </p:nvSpPr>
        <p:spPr>
          <a:xfrm>
            <a:off x="1840523" y="1840523"/>
            <a:ext cx="2731477" cy="547467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BCDD2-4F98-431B-87D9-06C16FD1B40B}"/>
              </a:ext>
            </a:extLst>
          </p:cNvPr>
          <p:cNvSpPr/>
          <p:nvPr/>
        </p:nvSpPr>
        <p:spPr>
          <a:xfrm>
            <a:off x="1840523" y="4572000"/>
            <a:ext cx="5486400" cy="27432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FF97B-2D18-4936-A40F-65665F056D96}"/>
              </a:ext>
            </a:extLst>
          </p:cNvPr>
          <p:cNvSpPr txBox="1"/>
          <p:nvPr/>
        </p:nvSpPr>
        <p:spPr>
          <a:xfrm rot="16200000">
            <a:off x="16329" y="4387334"/>
            <a:ext cx="157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Actual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4091E-100B-4034-85FE-C035BDA7C004}"/>
              </a:ext>
            </a:extLst>
          </p:cNvPr>
          <p:cNvSpPr txBox="1"/>
          <p:nvPr/>
        </p:nvSpPr>
        <p:spPr>
          <a:xfrm>
            <a:off x="3652157" y="8121134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Predicted 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AEE93-7F07-4472-9408-3AFEB8744E0F}"/>
              </a:ext>
            </a:extLst>
          </p:cNvPr>
          <p:cNvSpPr txBox="1"/>
          <p:nvPr/>
        </p:nvSpPr>
        <p:spPr>
          <a:xfrm>
            <a:off x="2286418" y="7533501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Negative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23975-4D2D-4A3A-B8E4-E9437873C48E}"/>
              </a:ext>
            </a:extLst>
          </p:cNvPr>
          <p:cNvSpPr txBox="1"/>
          <p:nvPr/>
        </p:nvSpPr>
        <p:spPr>
          <a:xfrm>
            <a:off x="5017898" y="7533501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9C01C-4131-4D87-84D5-8424FBB8C16B}"/>
              </a:ext>
            </a:extLst>
          </p:cNvPr>
          <p:cNvSpPr txBox="1"/>
          <p:nvPr/>
        </p:nvSpPr>
        <p:spPr>
          <a:xfrm rot="16200000">
            <a:off x="478998" y="3014228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Negative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17A35-47D0-4344-A9D8-E255BE5D9E1D}"/>
              </a:ext>
            </a:extLst>
          </p:cNvPr>
          <p:cNvSpPr txBox="1"/>
          <p:nvPr/>
        </p:nvSpPr>
        <p:spPr>
          <a:xfrm rot="16200000">
            <a:off x="478999" y="5760440"/>
            <a:ext cx="183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Positive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854E7F-4AFE-4696-BDA1-35CAA5E6D1BF}"/>
              </a:ext>
            </a:extLst>
          </p:cNvPr>
          <p:cNvSpPr txBox="1"/>
          <p:nvPr/>
        </p:nvSpPr>
        <p:spPr>
          <a:xfrm>
            <a:off x="2286418" y="2883096"/>
            <a:ext cx="183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True Negative (TN)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F8419-2B0C-4F30-B2FD-127FD4FEA423}"/>
              </a:ext>
            </a:extLst>
          </p:cNvPr>
          <p:cNvSpPr txBox="1"/>
          <p:nvPr/>
        </p:nvSpPr>
        <p:spPr>
          <a:xfrm>
            <a:off x="5002404" y="2883096"/>
            <a:ext cx="183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False Positive </a:t>
            </a:r>
          </a:p>
          <a:p>
            <a:pPr algn="ctr"/>
            <a:r>
              <a:rPr lang="en-US" dirty="0"/>
              <a:t>(FP)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5FF6BD-5790-452C-9265-454B8A75E800}"/>
              </a:ext>
            </a:extLst>
          </p:cNvPr>
          <p:cNvSpPr txBox="1"/>
          <p:nvPr/>
        </p:nvSpPr>
        <p:spPr>
          <a:xfrm>
            <a:off x="5002404" y="5620434"/>
            <a:ext cx="183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True Positive </a:t>
            </a:r>
          </a:p>
          <a:p>
            <a:pPr algn="ctr"/>
            <a:r>
              <a:rPr lang="en-US" dirty="0"/>
              <a:t>(TP)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6AAD4-6864-4902-9268-5FF58A3E4AD4}"/>
              </a:ext>
            </a:extLst>
          </p:cNvPr>
          <p:cNvSpPr txBox="1"/>
          <p:nvPr/>
        </p:nvSpPr>
        <p:spPr>
          <a:xfrm>
            <a:off x="2286418" y="5614573"/>
            <a:ext cx="183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False Negative (FN)</a:t>
            </a:r>
          </a:p>
        </p:txBody>
      </p:sp>
    </p:spTree>
    <p:extLst>
      <p:ext uri="{BB962C8B-B14F-4D97-AF65-F5344CB8AC3E}">
        <p14:creationId xmlns:p14="http://schemas.microsoft.com/office/powerpoint/2010/main" val="138758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28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douglaspsteen@gmail.com</dc:creator>
  <cp:lastModifiedBy>douglaspsteen@gmail.com</cp:lastModifiedBy>
  <cp:revision>5</cp:revision>
  <dcterms:created xsi:type="dcterms:W3CDTF">2020-09-12T19:40:03Z</dcterms:created>
  <dcterms:modified xsi:type="dcterms:W3CDTF">2020-09-12T23:30:34Z</dcterms:modified>
</cp:coreProperties>
</file>