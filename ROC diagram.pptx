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144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1550" y="-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96484"/>
            <a:ext cx="77724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802717"/>
            <a:ext cx="6858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348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002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279653"/>
            <a:ext cx="78867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6119286"/>
            <a:ext cx="78867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138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15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86836"/>
            <a:ext cx="78867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241551"/>
            <a:ext cx="3868340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3340100"/>
            <a:ext cx="386834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2241551"/>
            <a:ext cx="3887391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3340100"/>
            <a:ext cx="388739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4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7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316569"/>
            <a:ext cx="462915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74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316569"/>
            <a:ext cx="4629150" cy="649816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270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298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86834"/>
            <a:ext cx="1971675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86834"/>
            <a:ext cx="5800725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86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86836"/>
            <a:ext cx="78867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434167"/>
            <a:ext cx="78867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109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76470AB-677C-4F49-9BFE-FD2F702DB817}"/>
              </a:ext>
            </a:extLst>
          </p:cNvPr>
          <p:cNvCxnSpPr/>
          <p:nvPr/>
        </p:nvCxnSpPr>
        <p:spPr>
          <a:xfrm flipV="1">
            <a:off x="1817077" y="1837267"/>
            <a:ext cx="5498123" cy="5477933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467E17-0063-4230-8CAF-95F05738ACC6}"/>
              </a:ext>
            </a:extLst>
          </p:cNvPr>
          <p:cNvCxnSpPr/>
          <p:nvPr/>
        </p:nvCxnSpPr>
        <p:spPr>
          <a:xfrm>
            <a:off x="1817077" y="1837267"/>
            <a:ext cx="5498123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3CBB00-B8CB-4652-93C2-C79708E015CA}"/>
              </a:ext>
            </a:extLst>
          </p:cNvPr>
          <p:cNvCxnSpPr>
            <a:cxnSpLocks/>
          </p:cNvCxnSpPr>
          <p:nvPr/>
        </p:nvCxnSpPr>
        <p:spPr>
          <a:xfrm>
            <a:off x="1859408" y="1837268"/>
            <a:ext cx="0" cy="5477932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634CF1B-2BA1-4A29-87D4-C001BC4DBF7A}"/>
              </a:ext>
            </a:extLst>
          </p:cNvPr>
          <p:cNvCxnSpPr>
            <a:cxnSpLocks/>
          </p:cNvCxnSpPr>
          <p:nvPr/>
        </p:nvCxnSpPr>
        <p:spPr>
          <a:xfrm>
            <a:off x="4396805" y="2607733"/>
            <a:ext cx="971061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BF278C-7AD7-4DDC-B3F1-D0909EE0AF04}"/>
              </a:ext>
            </a:extLst>
          </p:cNvPr>
          <p:cNvCxnSpPr>
            <a:cxnSpLocks/>
          </p:cNvCxnSpPr>
          <p:nvPr/>
        </p:nvCxnSpPr>
        <p:spPr>
          <a:xfrm>
            <a:off x="3826934" y="3191934"/>
            <a:ext cx="569871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9868820-B6F4-49E5-9276-115A15262F30}"/>
              </a:ext>
            </a:extLst>
          </p:cNvPr>
          <p:cNvCxnSpPr>
            <a:cxnSpLocks/>
          </p:cNvCxnSpPr>
          <p:nvPr/>
        </p:nvCxnSpPr>
        <p:spPr>
          <a:xfrm>
            <a:off x="2726263" y="3471334"/>
            <a:ext cx="1100671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44CFBC0-2C4A-46F7-B8EC-7B51E25D3C44}"/>
              </a:ext>
            </a:extLst>
          </p:cNvPr>
          <p:cNvCxnSpPr>
            <a:cxnSpLocks/>
          </p:cNvCxnSpPr>
          <p:nvPr/>
        </p:nvCxnSpPr>
        <p:spPr>
          <a:xfrm>
            <a:off x="2398669" y="3979334"/>
            <a:ext cx="327594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9FD1010-282B-4A5F-87E6-3D7DF212D052}"/>
              </a:ext>
            </a:extLst>
          </p:cNvPr>
          <p:cNvCxnSpPr>
            <a:cxnSpLocks/>
          </p:cNvCxnSpPr>
          <p:nvPr/>
        </p:nvCxnSpPr>
        <p:spPr>
          <a:xfrm>
            <a:off x="2068472" y="4961467"/>
            <a:ext cx="327594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9551DC2-743E-4F90-94A4-891DB8AC3C62}"/>
              </a:ext>
            </a:extLst>
          </p:cNvPr>
          <p:cNvCxnSpPr>
            <a:cxnSpLocks/>
          </p:cNvCxnSpPr>
          <p:nvPr/>
        </p:nvCxnSpPr>
        <p:spPr>
          <a:xfrm>
            <a:off x="1893761" y="5943600"/>
            <a:ext cx="174711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4B5D24B-F4B0-4EEE-81E6-44F5C72F1F83}"/>
              </a:ext>
            </a:extLst>
          </p:cNvPr>
          <p:cNvCxnSpPr>
            <a:cxnSpLocks/>
          </p:cNvCxnSpPr>
          <p:nvPr/>
        </p:nvCxnSpPr>
        <p:spPr>
          <a:xfrm>
            <a:off x="5353209" y="2421466"/>
            <a:ext cx="313596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7FC47A3-DD23-4EFA-8B0F-C305E74D1974}"/>
              </a:ext>
            </a:extLst>
          </p:cNvPr>
          <p:cNvCxnSpPr>
            <a:cxnSpLocks/>
          </p:cNvCxnSpPr>
          <p:nvPr/>
        </p:nvCxnSpPr>
        <p:spPr>
          <a:xfrm>
            <a:off x="5666805" y="2116667"/>
            <a:ext cx="479995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2CD7911-731B-48D9-A799-97020C900D2C}"/>
              </a:ext>
            </a:extLst>
          </p:cNvPr>
          <p:cNvCxnSpPr>
            <a:cxnSpLocks/>
          </p:cNvCxnSpPr>
          <p:nvPr/>
        </p:nvCxnSpPr>
        <p:spPr>
          <a:xfrm>
            <a:off x="6146800" y="1862668"/>
            <a:ext cx="11684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1D570C2-695F-4F94-9716-EEBE71109EAC}"/>
              </a:ext>
            </a:extLst>
          </p:cNvPr>
          <p:cNvCxnSpPr>
            <a:cxnSpLocks/>
          </p:cNvCxnSpPr>
          <p:nvPr/>
        </p:nvCxnSpPr>
        <p:spPr>
          <a:xfrm flipV="1">
            <a:off x="2068472" y="4961467"/>
            <a:ext cx="0" cy="98213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1358165-D14E-4FC2-8838-C3B74849697E}"/>
              </a:ext>
            </a:extLst>
          </p:cNvPr>
          <p:cNvCxnSpPr>
            <a:cxnSpLocks/>
          </p:cNvCxnSpPr>
          <p:nvPr/>
        </p:nvCxnSpPr>
        <p:spPr>
          <a:xfrm flipV="1">
            <a:off x="2396066" y="3979334"/>
            <a:ext cx="0" cy="98213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B4B4092-DB6B-4413-A36D-F3C7A873F66D}"/>
              </a:ext>
            </a:extLst>
          </p:cNvPr>
          <p:cNvCxnSpPr>
            <a:cxnSpLocks/>
          </p:cNvCxnSpPr>
          <p:nvPr/>
        </p:nvCxnSpPr>
        <p:spPr>
          <a:xfrm flipV="1">
            <a:off x="2726267" y="3471334"/>
            <a:ext cx="0" cy="50800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8DD1EE3-1E9F-4A68-AF41-3C994B6C0606}"/>
              </a:ext>
            </a:extLst>
          </p:cNvPr>
          <p:cNvCxnSpPr>
            <a:cxnSpLocks/>
          </p:cNvCxnSpPr>
          <p:nvPr/>
        </p:nvCxnSpPr>
        <p:spPr>
          <a:xfrm flipV="1">
            <a:off x="3826933" y="3191934"/>
            <a:ext cx="1" cy="27940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5A5AF3D-94DC-4570-B565-EF29A6B19E75}"/>
              </a:ext>
            </a:extLst>
          </p:cNvPr>
          <p:cNvCxnSpPr>
            <a:cxnSpLocks/>
          </p:cNvCxnSpPr>
          <p:nvPr/>
        </p:nvCxnSpPr>
        <p:spPr>
          <a:xfrm flipV="1">
            <a:off x="4396805" y="2607733"/>
            <a:ext cx="0" cy="58420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7D25BAD-FC3D-42FC-9718-CE489DF01D1A}"/>
              </a:ext>
            </a:extLst>
          </p:cNvPr>
          <p:cNvCxnSpPr>
            <a:cxnSpLocks/>
          </p:cNvCxnSpPr>
          <p:nvPr/>
        </p:nvCxnSpPr>
        <p:spPr>
          <a:xfrm flipV="1">
            <a:off x="5353209" y="2421466"/>
            <a:ext cx="0" cy="18626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5EA8A19-1DBA-4C97-B4DB-90F4B9073B87}"/>
              </a:ext>
            </a:extLst>
          </p:cNvPr>
          <p:cNvCxnSpPr>
            <a:cxnSpLocks/>
          </p:cNvCxnSpPr>
          <p:nvPr/>
        </p:nvCxnSpPr>
        <p:spPr>
          <a:xfrm>
            <a:off x="6146800" y="1862668"/>
            <a:ext cx="0" cy="253999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CA50269-59E7-4E01-9ADF-0C97817113C0}"/>
              </a:ext>
            </a:extLst>
          </p:cNvPr>
          <p:cNvCxnSpPr>
            <a:cxnSpLocks/>
          </p:cNvCxnSpPr>
          <p:nvPr/>
        </p:nvCxnSpPr>
        <p:spPr>
          <a:xfrm flipV="1">
            <a:off x="5666805" y="2116667"/>
            <a:ext cx="0" cy="304799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E648665-4E51-4CB4-BA62-EA230105440A}"/>
              </a:ext>
            </a:extLst>
          </p:cNvPr>
          <p:cNvCxnSpPr>
            <a:cxnSpLocks/>
          </p:cNvCxnSpPr>
          <p:nvPr/>
        </p:nvCxnSpPr>
        <p:spPr>
          <a:xfrm flipV="1">
            <a:off x="1893761" y="5943601"/>
            <a:ext cx="0" cy="1371599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C2754A9-5234-45D7-84F9-777D23A901C4}"/>
              </a:ext>
            </a:extLst>
          </p:cNvPr>
          <p:cNvCxnSpPr>
            <a:cxnSpLocks/>
          </p:cNvCxnSpPr>
          <p:nvPr/>
        </p:nvCxnSpPr>
        <p:spPr>
          <a:xfrm>
            <a:off x="1817077" y="7315200"/>
            <a:ext cx="573519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C6F94B9-4FC1-42E2-853C-198C9C23A545}"/>
              </a:ext>
            </a:extLst>
          </p:cNvPr>
          <p:cNvCxnSpPr>
            <a:cxnSpLocks/>
          </p:cNvCxnSpPr>
          <p:nvPr/>
        </p:nvCxnSpPr>
        <p:spPr>
          <a:xfrm flipV="1">
            <a:off x="1817077" y="1591733"/>
            <a:ext cx="0" cy="572346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08D2658-FB31-46F2-862E-3A3026838696}"/>
              </a:ext>
            </a:extLst>
          </p:cNvPr>
          <p:cNvSpPr txBox="1"/>
          <p:nvPr/>
        </p:nvSpPr>
        <p:spPr>
          <a:xfrm>
            <a:off x="3428185" y="7609322"/>
            <a:ext cx="2275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False Positive Rate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7CEF124-F0D8-4F02-9360-5DA72D978E1C}"/>
              </a:ext>
            </a:extLst>
          </p:cNvPr>
          <p:cNvSpPr txBox="1"/>
          <p:nvPr/>
        </p:nvSpPr>
        <p:spPr>
          <a:xfrm rot="16200000">
            <a:off x="337731" y="4371945"/>
            <a:ext cx="20498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True Positive Rate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FD40B46-F734-4EDF-8ADA-104331BBCDD4}"/>
              </a:ext>
            </a:extLst>
          </p:cNvPr>
          <p:cNvSpPr txBox="1"/>
          <p:nvPr/>
        </p:nvSpPr>
        <p:spPr>
          <a:xfrm>
            <a:off x="1425734" y="7379539"/>
            <a:ext cx="313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2859E3A-ACCB-458E-9027-D0A024AF9D59}"/>
              </a:ext>
            </a:extLst>
          </p:cNvPr>
          <p:cNvSpPr txBox="1"/>
          <p:nvPr/>
        </p:nvSpPr>
        <p:spPr>
          <a:xfrm>
            <a:off x="7158401" y="7379539"/>
            <a:ext cx="313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239CE4A-C18F-41BF-AC43-40E079A4AC1B}"/>
              </a:ext>
            </a:extLst>
          </p:cNvPr>
          <p:cNvSpPr txBox="1"/>
          <p:nvPr/>
        </p:nvSpPr>
        <p:spPr>
          <a:xfrm>
            <a:off x="1425734" y="1630832"/>
            <a:ext cx="313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12F7044-9F3C-4A31-BA55-5EC37DA9AE71}"/>
              </a:ext>
            </a:extLst>
          </p:cNvPr>
          <p:cNvSpPr txBox="1"/>
          <p:nvPr/>
        </p:nvSpPr>
        <p:spPr>
          <a:xfrm rot="18841325">
            <a:off x="3863236" y="4251338"/>
            <a:ext cx="25782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No Predictive Power (Random Guessing)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34E3FDB-1697-44AF-A865-202EDEC54EE9}"/>
              </a:ext>
            </a:extLst>
          </p:cNvPr>
          <p:cNvSpPr txBox="1"/>
          <p:nvPr/>
        </p:nvSpPr>
        <p:spPr>
          <a:xfrm>
            <a:off x="2537802" y="1423430"/>
            <a:ext cx="25782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Perfect Classifier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06EBFC5-F392-4657-AE92-44AC2059CF4B}"/>
              </a:ext>
            </a:extLst>
          </p:cNvPr>
          <p:cNvSpPr txBox="1"/>
          <p:nvPr/>
        </p:nvSpPr>
        <p:spPr>
          <a:xfrm>
            <a:off x="2501500" y="2739274"/>
            <a:ext cx="18778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Some Predictive Power</a:t>
            </a:r>
          </a:p>
        </p:txBody>
      </p:sp>
    </p:spTree>
    <p:extLst>
      <p:ext uri="{BB962C8B-B14F-4D97-AF65-F5344CB8AC3E}">
        <p14:creationId xmlns:p14="http://schemas.microsoft.com/office/powerpoint/2010/main" val="1387582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21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douglaspsteen@gmail.com</dc:creator>
  <cp:lastModifiedBy>douglaspsteen@gmail.com</cp:lastModifiedBy>
  <cp:revision>3</cp:revision>
  <dcterms:created xsi:type="dcterms:W3CDTF">2020-09-12T19:40:03Z</dcterms:created>
  <dcterms:modified xsi:type="dcterms:W3CDTF">2020-09-12T20:05:34Z</dcterms:modified>
</cp:coreProperties>
</file>